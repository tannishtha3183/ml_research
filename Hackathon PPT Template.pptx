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2" r:id="rId5"/>
    <p:sldId id="263" r:id="rId6"/>
    <p:sldId id="264" r:id="rId7"/>
    <p:sldId id="266" r:id="rId8"/>
    <p:sldId id="268" r:id="rId9"/>
    <p:sldId id="27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C3CF1-2F73-AFDF-4989-4AFB0DF3B0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CA7D50-6753-12DD-64F5-A14CFC83E0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15E20-6E60-B9F7-00A9-DC1A3440D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901A0-E056-49F1-9E58-1E76867749A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BEDF2-03A8-C4DA-B10D-36F1E6B7A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7D599-18EB-E2BD-E15C-128F94BEC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E178D-1369-4C32-A5F7-569194E12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7633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48A03-A1A1-DE6B-AACE-7A7D197AF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8A189-CE98-891F-10AA-9A445871F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ECCFF-1517-88A0-E8F2-3BAADC6E7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901A0-E056-49F1-9E58-1E76867749A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52C15-4F5C-1D55-5A10-BFD6220A8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C8071-AF5B-7C9A-957C-41902829E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E178D-1369-4C32-A5F7-569194E12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8240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DD75E-23B1-0380-B792-476CD894C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66A0F6-35E6-E299-E568-5B449E8B8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E1E4C-B855-E079-8BBB-D49EE444D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901A0-E056-49F1-9E58-1E76867749A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FFF47F-B6EF-1F60-B67E-CECE536E6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5010E-DA8D-6DBA-7B82-677E84031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E178D-1369-4C32-A5F7-569194E12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6885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C509E-60EB-4F45-1106-AFCB23969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9E4CA-DBBF-C5CB-99C3-17066D036F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44E934-6350-AB25-4B9C-704D6B1F19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9780A9-DDE1-DE99-0A5B-F41464790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901A0-E056-49F1-9E58-1E76867749A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4469DB-2F8D-E5BF-0331-6BA8DB141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77D72E-D079-F46C-269F-C13D00631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E178D-1369-4C32-A5F7-569194E12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9316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D5FAB-D7B6-EA18-2819-309CC2DC0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E5B04A-4B73-91C0-9DCF-D29A1691C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47D096-30DA-E1DF-9735-1437EA6C68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C3796-CF2C-027C-A84D-A351F94835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BF7B04-32AC-5160-4C02-433E435931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CCDB7B-4BEB-3D7D-7FBC-F4F9CAA93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901A0-E056-49F1-9E58-1E76867749A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145A57-8DE8-8F51-2FDE-BC04B04BD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60CBE5-FA6B-EEBD-FDF1-28E0ACE93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E178D-1369-4C32-A5F7-569194E12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2941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AE5C-5674-66C8-62F9-9CD13D2AC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2E7F30-723D-F789-AA6C-7C7A3F4FA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901A0-E056-49F1-9E58-1E76867749A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0EC85-4639-8B33-6F71-BCFADD14F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831979-D447-BB6A-6185-4AD9AB6EF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E178D-1369-4C32-A5F7-569194E12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4059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478BFF-97DA-0C46-F1A8-A4B168620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901A0-E056-49F1-9E58-1E76867749A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CD71BA-6053-4430-B938-C099F9237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2AF912-8D5D-568D-27A9-84A49ABB6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E178D-1369-4C32-A5F7-569194E12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0845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81700-471D-1BD0-2914-2AB0E9678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2584A-AE16-3214-79A0-10B3E5BE3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5A16A3-44F4-7065-C74C-CF5E00B6CC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AD621B-D66B-C313-7A49-1A4C4164B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901A0-E056-49F1-9E58-1E76867749A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D2ADC0-6732-CBC1-D61E-8C316FF3A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922277-2D9E-E998-5F0C-29371DA02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E178D-1369-4C32-A5F7-569194E12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64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05248-5DD7-8C8C-74A4-F6996D889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0FE33E-582D-82D2-8081-84D99B0199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E5A870-3C51-CD2F-2291-8730E20AEC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832C2E-DBC2-DD67-F951-D113D88F3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901A0-E056-49F1-9E58-1E76867749A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5B5FD2-EB6D-8131-2591-71F797A73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7BE22B-D517-0BEC-0CF4-4405C7DA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E178D-1369-4C32-A5F7-569194E12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501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29CEF-3C30-1856-85E8-576F085B8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E34A65-7162-AB5B-E13E-FCE70248A4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75ED3-0647-18FF-85E4-1D55F89A4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901A0-E056-49F1-9E58-1E76867749A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ECE3BC-F842-5659-73BE-B1EFCFEAB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4CF2B-3D29-7B9A-6993-505B1F853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E178D-1369-4C32-A5F7-569194E12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0581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0B59A1-B3E9-2AEF-2405-8B6A7841DC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0C48E2-94C3-CBEB-1D5E-30F6B0CC13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7ED94-0078-B773-BB8B-6530A1E11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901A0-E056-49F1-9E58-1E76867749A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FB23F7-A87A-B85A-708F-7B793661A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B7C9F-0D29-2EE5-535D-008C23CBA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E178D-1369-4C32-A5F7-569194E12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2748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E6D41C-A0B6-DC28-B429-715B9A9E0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ECC3A-B594-FEA3-0CDE-C91D0919C0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A3F8A-6BE3-807E-90A7-AEAE1E1407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901A0-E056-49F1-9E58-1E76867749A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8EAC8-67B4-F646-40AA-4C4A543217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AC346-B883-60A2-6369-2D2BACE654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EE178D-1369-4C32-A5F7-569194E127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8477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C8C63-42EC-E038-7D47-F0B88D0510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3714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Spiking Neural Networks for Astronaut Health Monitoring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Neuromorphic AI for Space Applications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395246-C9B6-21C3-23F8-49BC577D20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Tannishtha Verma - 2420080098</a:t>
            </a:r>
          </a:p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Ram - 2420080002</a:t>
            </a:r>
          </a:p>
        </p:txBody>
      </p:sp>
      <p:pic>
        <p:nvPicPr>
          <p:cNvPr id="6" name="Picture 2" descr="MAPS &amp; DIRECTIONS - Best Private University in Telangana &amp; Andhra Pradesh | KLH  Hyderabad">
            <a:extLst>
              <a:ext uri="{FF2B5EF4-FFF2-40B4-BE49-F238E27FC236}">
                <a16:creationId xmlns:a16="http://schemas.microsoft.com/office/drawing/2014/main" id="{DB5B562B-7246-7AFE-CDF4-F4D39658C5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3562" y="-416953"/>
            <a:ext cx="1908438" cy="1418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5195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47DB8-EA92-1C11-ECEB-942C4773E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483DC-22D6-7CC6-5E3E-C62936742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6689" y="1690688"/>
            <a:ext cx="10515600" cy="43513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Description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Task-1 Results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Task-2 Results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MAPS &amp; DIRECTIONS - Best Private University in Telangana &amp; Andhra Pradesh | KLH  Hyderabad">
            <a:extLst>
              <a:ext uri="{FF2B5EF4-FFF2-40B4-BE49-F238E27FC236}">
                <a16:creationId xmlns:a16="http://schemas.microsoft.com/office/drawing/2014/main" id="{7FE4E5F3-B871-A3E7-3CFE-7E0E6B41C7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3562" y="-416953"/>
            <a:ext cx="1908438" cy="1418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7595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2F94-9809-DD7A-B7CB-8CFCC3CDB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A0DCE-0F12-7FD4-900A-FAE65D184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neuromorphic, spike-based model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classification of astronaut physiological states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resource-constrained environments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Challenges: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and static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temporal structure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computational cost of traditional models </a:t>
            </a:r>
          </a:p>
          <a:p>
            <a:pPr marL="0" indent="0" algn="ctr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“Space systems require intelligence that is both accurate and energy-efficient.”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MAPS &amp; DIRECTIONS - Best Private University in Telangana &amp; Andhra Pradesh | KLH  Hyderabad">
            <a:extLst>
              <a:ext uri="{FF2B5EF4-FFF2-40B4-BE49-F238E27FC236}">
                <a16:creationId xmlns:a16="http://schemas.microsoft.com/office/drawing/2014/main" id="{C9494C51-E043-7423-7B3B-7E5FAA0DDE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3562" y="-416953"/>
            <a:ext cx="1908438" cy="1418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7171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04782-4B33-67C0-C34B-0EF037EAE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Dataset/s Description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D8276-F9E2-D6BE-583A-ED6400DF5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Used: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OSD-569 (Primary training &amp; benchmarking)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OSD-571 (Generalization / validation)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Mission day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Sex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 ID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Pre-flight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Post-flight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Characteristics: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dataset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features (converted into temporal spikes using encoding) </a:t>
            </a:r>
          </a:p>
        </p:txBody>
      </p:sp>
      <p:pic>
        <p:nvPicPr>
          <p:cNvPr id="4" name="Picture 2" descr="MAPS &amp; DIRECTIONS - Best Private University in Telangana &amp; Andhra Pradesh | KLH  Hyderabad">
            <a:extLst>
              <a:ext uri="{FF2B5EF4-FFF2-40B4-BE49-F238E27FC236}">
                <a16:creationId xmlns:a16="http://schemas.microsoft.com/office/drawing/2014/main" id="{BD169822-8ACE-0A8D-E365-54C4C07C1A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3562" y="-416953"/>
            <a:ext cx="1908438" cy="1418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0692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CC621-2513-8129-6BC0-C92318720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1727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85BC8-8262-FE8C-650A-135BF9061A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Features</a:t>
            </a:r>
          </a:p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</a:p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</a:p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</a:p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Poisson Spike Encoding (T=20)</a:t>
            </a:r>
          </a:p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</a:p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Connected Layer</a:t>
            </a:r>
          </a:p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</a:p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 Neurons (Temporal Dynamics)</a:t>
            </a:r>
          </a:p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</a:p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Integration</a:t>
            </a:r>
          </a:p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</a:p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Classification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MAPS &amp; DIRECTIONS - Best Private University in Telangana &amp; Andhra Pradesh | KLH  Hyderabad">
            <a:extLst>
              <a:ext uri="{FF2B5EF4-FFF2-40B4-BE49-F238E27FC236}">
                <a16:creationId xmlns:a16="http://schemas.microsoft.com/office/drawing/2014/main" id="{C912CFD1-19F9-57DE-E49F-BFBB2DC054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3562" y="-416953"/>
            <a:ext cx="1908438" cy="1418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5603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30F7B-1334-20B0-3B25-E10072D57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Task-1 Results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7FDA4-819E-0C56-BD03-AB96BF312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trained 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OSD-571 dataset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F1-score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recall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 generalization capability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SNN Accuracy: 96.8%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 Score: 0.97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Cross-dataset: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 67%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100%</a:t>
            </a:r>
          </a:p>
          <a:p>
            <a:pPr marL="457200" lvl="1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“SNN effectively learned patterns despite limited data.”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MAPS &amp; DIRECTIONS - Best Private University in Telangana &amp; Andhra Pradesh | KLH  Hyderabad">
            <a:extLst>
              <a:ext uri="{FF2B5EF4-FFF2-40B4-BE49-F238E27FC236}">
                <a16:creationId xmlns:a16="http://schemas.microsoft.com/office/drawing/2014/main" id="{F64FBAE5-C455-1AAE-C1CA-BD383C9D9C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3562" y="-416953"/>
            <a:ext cx="1908438" cy="1418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2330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22020-0D5C-A8E9-737D-1FFDFE2DF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35978-CC40-2E96-C0D3-1EA1BF13D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Task-2 Results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F23B6-5877-A081-A1E1-85F14DF918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with baseline models: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SNN outperformed: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 generalization capability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SNN Accuracy: 96.8%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 Score: 0.97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Cross-dataset: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 67%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100%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Recall → fewer missed health risks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MAPS &amp; DIRECTIONS - Best Private University in Telangana &amp; Andhra Pradesh | KLH  Hyderabad">
            <a:extLst>
              <a:ext uri="{FF2B5EF4-FFF2-40B4-BE49-F238E27FC236}">
                <a16:creationId xmlns:a16="http://schemas.microsoft.com/office/drawing/2014/main" id="{EA64AE66-C755-DF04-AC4B-98BF625342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3562" y="-416953"/>
            <a:ext cx="1908438" cy="1418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9612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BAD26-E5F5-5973-A0EC-13F88AF42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2E274-7001-7673-4CC1-EFEFA1B6B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built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neuromorphic SNN model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performance than traditional models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recall (critical for healthcare)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Resource-constrained space environments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ctr">
              <a:buNone/>
            </a:pP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“This work demonstrates that brain-inspired AI can enable reliable and efficient healthcare in space.”</a:t>
            </a:r>
          </a:p>
        </p:txBody>
      </p:sp>
      <p:pic>
        <p:nvPicPr>
          <p:cNvPr id="4" name="Picture 2" descr="MAPS &amp; DIRECTIONS - Best Private University in Telangana &amp; Andhra Pradesh | KLH  Hyderabad">
            <a:extLst>
              <a:ext uri="{FF2B5EF4-FFF2-40B4-BE49-F238E27FC236}">
                <a16:creationId xmlns:a16="http://schemas.microsoft.com/office/drawing/2014/main" id="{B6E19936-D67B-7AB4-82C7-2A58CF2B7F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3562" y="-416953"/>
            <a:ext cx="1908438" cy="1418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2482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62FBC-3687-87C7-FC7F-277D448EF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5400" dirty="0"/>
              <a:t>Thank You</a:t>
            </a:r>
            <a:endParaRPr lang="en-IN" sz="5400" dirty="0"/>
          </a:p>
        </p:txBody>
      </p:sp>
      <p:pic>
        <p:nvPicPr>
          <p:cNvPr id="4" name="Picture 2" descr="MAPS &amp; DIRECTIONS - Best Private University in Telangana &amp; Andhra Pradesh | KLH  Hyderabad">
            <a:extLst>
              <a:ext uri="{FF2B5EF4-FFF2-40B4-BE49-F238E27FC236}">
                <a16:creationId xmlns:a16="http://schemas.microsoft.com/office/drawing/2014/main" id="{C6F8CFC0-5307-53E5-1582-E793FE694A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1781" y="2247589"/>
            <a:ext cx="1908438" cy="1418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MAPS &amp; DIRECTIONS - Best Private University in Telangana &amp; Andhra Pradesh | KLH  Hyderabad">
            <a:extLst>
              <a:ext uri="{FF2B5EF4-FFF2-40B4-BE49-F238E27FC236}">
                <a16:creationId xmlns:a16="http://schemas.microsoft.com/office/drawing/2014/main" id="{D067E101-273C-CE51-6B7D-59F2CC40F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3562" y="-416953"/>
            <a:ext cx="1908438" cy="1418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2112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308</Words>
  <Application>Microsoft Office PowerPoint</Application>
  <PresentationFormat>Widescreen</PresentationFormat>
  <Paragraphs>86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Spiking Neural Networks for Astronaut Health Monitoring Neuromorphic AI for Space Applications</vt:lpstr>
      <vt:lpstr>Table of Contents</vt:lpstr>
      <vt:lpstr>Problem Statement</vt:lpstr>
      <vt:lpstr>Dataset/s Description</vt:lpstr>
      <vt:lpstr>Methodology</vt:lpstr>
      <vt:lpstr>Task-1 Results</vt:lpstr>
      <vt:lpstr>Task-2 Results</vt:lpstr>
      <vt:lpstr>Conclusions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Spiking Neural Networks for Astronaut Health Monitoring Neuromorphic AI for Space Applications</dc:title>
  <dc:creator>Jyothsna Datti</dc:creator>
  <cp:lastModifiedBy>nishtha verma</cp:lastModifiedBy>
  <cp:revision>16</cp:revision>
  <dcterms:created xsi:type="dcterms:W3CDTF">2026-02-05T06:38:40Z</dcterms:created>
  <dcterms:modified xsi:type="dcterms:W3CDTF">2026-04-04T07:09:47Z</dcterms:modified>
</cp:coreProperties>
</file>